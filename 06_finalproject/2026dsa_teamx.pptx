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>
        <p:scale>
          <a:sx n="95" d="100"/>
          <a:sy n="95" d="100"/>
        </p:scale>
        <p:origin x="56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918519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/>
              <a:t>Team x</a:t>
            </a:r>
            <a:endParaRPr lang="en-US" sz="4000" b="1" u="sng" dirty="0"/>
          </a:p>
          <a:p>
            <a:pPr algn="ctr"/>
            <a:r>
              <a:rPr lang="en-US" sz="3200" dirty="0"/>
              <a:t>John Doe</a:t>
            </a:r>
          </a:p>
          <a:p>
            <a:pPr algn="ctr"/>
            <a:r>
              <a:rPr lang="en-US" sz="3200" dirty="0"/>
              <a:t>Jane Doe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389279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Othermodel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846898"/>
              </p:ext>
            </p:extLst>
          </p:nvPr>
        </p:nvGraphicFramePr>
        <p:xfrm>
          <a:off x="5514417" y="1466415"/>
          <a:ext cx="611860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Month,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strenght_gtex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Normalized, PCA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Mtry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ntrees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Sim. annealing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103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Leo Bastos</cp:lastModifiedBy>
  <cp:revision>2</cp:revision>
  <dcterms:created xsi:type="dcterms:W3CDTF">2026-03-31T02:58:08Z</dcterms:created>
  <dcterms:modified xsi:type="dcterms:W3CDTF">2026-03-31T03:14:48Z</dcterms:modified>
</cp:coreProperties>
</file>